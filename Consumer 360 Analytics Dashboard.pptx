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7695A-B565-4297-A0EB-913737013D8B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7BDB0-538A-4016-BF7D-42A8BEEF8B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7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7BDB0-538A-4016-BF7D-42A8BEEF8B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53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94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43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99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316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38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451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059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016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615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755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992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690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990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5356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7299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024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182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AD08999-EF94-420B-80C8-CE6DCACE76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878E7AE-25BF-45AD-8092-94C2B7C00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85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04FCE-7BC4-E978-3B70-DF517656A9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Consumer 360 Analytics Dashboard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F7220-604A-D638-DDFD-69A01A4A0A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Customer Retention &amp; Revenue Insights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84062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D05F-0EF6-EE67-F9AE-3F83D4AB2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099F3-0DDD-D23C-3CEE-0CB1FBE36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Retail companies lack visibility into:</a:t>
            </a:r>
          </a:p>
          <a:p>
            <a:pPr marL="0" indent="0">
              <a:buNone/>
            </a:pPr>
            <a:r>
              <a:rPr lang="en-US" dirty="0"/>
              <a:t>• Customer retention patterns</a:t>
            </a:r>
            <a:br>
              <a:rPr lang="en-US" dirty="0"/>
            </a:br>
            <a:r>
              <a:rPr lang="en-US" dirty="0"/>
              <a:t>• Revenue drivers</a:t>
            </a:r>
            <a:br>
              <a:rPr lang="en-US" dirty="0"/>
            </a:br>
            <a:r>
              <a:rPr lang="en-US" dirty="0"/>
              <a:t>• Churn risk customers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Goal:</a:t>
            </a:r>
            <a:br>
              <a:rPr lang="en-US" dirty="0"/>
            </a:br>
            <a:r>
              <a:rPr lang="en-US" dirty="0"/>
              <a:t>Build an automated analytics pipeline to generate actionable insights for decision-making.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47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16531-5DEC-2850-9B48-AF60EEB1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Pipeline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CD552-3160-EF8A-23D5-6D7D96BE8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Raw Retail Dataset (CSV)</a:t>
            </a:r>
          </a:p>
          <a:p>
            <a:pPr marL="0" indent="0">
              <a:buNone/>
            </a:pPr>
            <a:r>
              <a:rPr lang="en-IN" dirty="0"/>
              <a:t>   ⬇</a:t>
            </a:r>
          </a:p>
          <a:p>
            <a:pPr marL="0" indent="0">
              <a:buNone/>
            </a:pPr>
            <a:r>
              <a:rPr lang="en-IN" dirty="0"/>
              <a:t>Python ETL Script</a:t>
            </a:r>
            <a:br>
              <a:rPr lang="en-IN" dirty="0"/>
            </a:br>
            <a:r>
              <a:rPr lang="en-IN" dirty="0"/>
              <a:t>(Data Cleaning + Feature Engineering)</a:t>
            </a:r>
          </a:p>
          <a:p>
            <a:pPr marL="0" indent="0">
              <a:buNone/>
            </a:pPr>
            <a:r>
              <a:rPr lang="en-IN" dirty="0"/>
              <a:t>   ⬇</a:t>
            </a:r>
          </a:p>
          <a:p>
            <a:pPr marL="0" indent="0">
              <a:buNone/>
            </a:pPr>
            <a:r>
              <a:rPr lang="en-IN" dirty="0"/>
              <a:t>PostgreSQL Database</a:t>
            </a:r>
          </a:p>
          <a:p>
            <a:pPr marL="0" indent="0">
              <a:buNone/>
            </a:pPr>
            <a:r>
              <a:rPr lang="en-IN" dirty="0"/>
              <a:t>   ⬇</a:t>
            </a:r>
          </a:p>
          <a:p>
            <a:pPr marL="0" indent="0">
              <a:buNone/>
            </a:pPr>
            <a:r>
              <a:rPr lang="en-IN" dirty="0"/>
              <a:t>Power BI Dashboard</a:t>
            </a:r>
          </a:p>
          <a:p>
            <a:pPr marL="0" indent="0">
              <a:buNone/>
            </a:pPr>
            <a:r>
              <a:rPr lang="en-IN" dirty="0"/>
              <a:t>   ⬇</a:t>
            </a:r>
          </a:p>
          <a:p>
            <a:pPr marL="0" indent="0">
              <a:buNone/>
            </a:pPr>
            <a:r>
              <a:rPr lang="en-IN" dirty="0"/>
              <a:t>Executive Insights &amp; Decision 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1901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B125-3810-46AF-196A-AB7E27E09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Analytics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D8C4A-D51F-1398-3A5F-67C738770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Cohort Analysis – Customer retention over time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Market Basket Analysis – Frequently bought products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Revenue Analysis – Revenue trends and drivers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Key Influencers – Identify factors impacting revenue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45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3A94-491B-8095-F378-94CCDBE7B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8027B-A03D-DDBE-6F72-649805EE6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findings from the dashboard:</a:t>
            </a:r>
          </a:p>
          <a:p>
            <a:pPr marL="0" indent="0">
              <a:buNone/>
            </a:pPr>
            <a:r>
              <a:rPr lang="en-US" dirty="0"/>
              <a:t>• Revenue strongly influenced by </a:t>
            </a:r>
            <a:r>
              <a:rPr lang="en-US" b="1" dirty="0"/>
              <a:t>purchase quantity</a:t>
            </a:r>
            <a:br>
              <a:rPr lang="en-US" dirty="0"/>
            </a:br>
            <a:r>
              <a:rPr lang="en-US" dirty="0"/>
              <a:t>• Customer retention decreases after initial months</a:t>
            </a:r>
            <a:br>
              <a:rPr lang="en-US" dirty="0"/>
            </a:br>
            <a:r>
              <a:rPr lang="en-US" dirty="0"/>
              <a:t>• Repeat customers generate most of the revenue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880305-DCD6-E41E-D700-913790ACD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60" y="4056158"/>
            <a:ext cx="5449824" cy="234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45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D8C6A-BA64-573F-2107-D5EE9AC6B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Churn Risk 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DB12A-4866-3651-9ECE-AAFE0C8B7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Customers inactive for </a:t>
            </a:r>
            <a:r>
              <a:rPr lang="en-US" b="1" dirty="0"/>
              <a:t>90+ days</a:t>
            </a:r>
            <a:r>
              <a:rPr lang="en-US" dirty="0"/>
              <a:t> are identified as churn risk.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Business value:</a:t>
            </a:r>
          </a:p>
          <a:p>
            <a:pPr marL="0" indent="0">
              <a:buNone/>
            </a:pPr>
            <a:r>
              <a:rPr lang="en-US" dirty="0"/>
              <a:t>• Target marketing campaigns</a:t>
            </a:r>
            <a:br>
              <a:rPr lang="en-US" dirty="0"/>
            </a:br>
            <a:r>
              <a:rPr lang="en-US" dirty="0"/>
              <a:t>• Improve customer retention</a:t>
            </a:r>
            <a:br>
              <a:rPr lang="en-US" dirty="0"/>
            </a:br>
            <a:r>
              <a:rPr lang="en-US" dirty="0"/>
              <a:t>• Increase repeat purchases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0454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375A-FC4F-340E-30DE-1DDFDB088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7D32B-25E2-F2B6-C902-9E3349A5D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Benefits of this solution:</a:t>
            </a:r>
          </a:p>
          <a:p>
            <a:pPr marL="0" indent="0">
              <a:buNone/>
            </a:pPr>
            <a:r>
              <a:rPr lang="en-US" dirty="0"/>
              <a:t>• Automated ETL pipeline using Python</a:t>
            </a:r>
            <a:br>
              <a:rPr lang="en-US" dirty="0"/>
            </a:br>
            <a:r>
              <a:rPr lang="en-US" dirty="0"/>
              <a:t>• Centralized database in PostgreSQL</a:t>
            </a:r>
            <a:br>
              <a:rPr lang="en-US" dirty="0"/>
            </a:br>
            <a:r>
              <a:rPr lang="en-US" dirty="0"/>
              <a:t>• Interactive Power BI dashboard</a:t>
            </a:r>
            <a:br>
              <a:rPr lang="en-US" dirty="0"/>
            </a:br>
            <a:r>
              <a:rPr lang="en-US" dirty="0"/>
              <a:t>• Data-driven decision making</a:t>
            </a:r>
            <a:br>
              <a:rPr lang="en-US" dirty="0"/>
            </a:br>
            <a:r>
              <a:rPr lang="en-US" dirty="0"/>
              <a:t>• Identification of churn risk customers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3606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5</TotalTime>
  <Words>223</Words>
  <Application>Microsoft Office PowerPoint</Application>
  <PresentationFormat>Widescreen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Ion Boardroom</vt:lpstr>
      <vt:lpstr>Consumer 360 Analytics Dashboard </vt:lpstr>
      <vt:lpstr>Business Problem</vt:lpstr>
      <vt:lpstr>Data Pipeline Architecture</vt:lpstr>
      <vt:lpstr>Analytics Implemented</vt:lpstr>
      <vt:lpstr>Dashboard Insights</vt:lpstr>
      <vt:lpstr>Churn Risk Customers</vt:lpstr>
      <vt:lpstr>Business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Shanmukh Rao Mandapati</dc:creator>
  <cp:lastModifiedBy>Shanmukh Rao Mandapati</cp:lastModifiedBy>
  <cp:revision>1</cp:revision>
  <dcterms:created xsi:type="dcterms:W3CDTF">2026-03-10T10:03:30Z</dcterms:created>
  <dcterms:modified xsi:type="dcterms:W3CDTF">2026-03-10T10:08:35Z</dcterms:modified>
</cp:coreProperties>
</file>